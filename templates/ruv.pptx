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Masters/slideMaster1.xml" ContentType="application/vnd.openxmlformats-officedocument.presentationml.slideMaster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/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elfolie">
    <p:bg>
      <p:bgPr>
        <a:solidFill>
          <a:srgbClr val="00195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489857" y="1469571"/>
            <a:ext cx="4898570" cy="1959428"/>
          </a:xfrm>
        </p:spPr>
        <p:txBody>
          <a:bodyPr anchor="b"/>
          <a:lstStyle>
            <a:lvl1pPr marL="0" indent="0" algn="l">
              <a:buNone/>
              <a:defRPr sz="4400" b="1">
                <a:solidFill>
                  <a:srgbClr val="FFFFFF"/>
                </a:solidFill>
              </a:defRPr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489857" y="3575956"/>
            <a:ext cx="4898570" cy="979714"/>
          </a:xfrm>
        </p:spPr>
        <p:txBody>
          <a:bodyPr/>
          <a:lstStyle>
            <a:lvl1pPr marL="0" indent="0" algn="l">
              <a:buNone/>
              <a:defRPr sz="2000" b="0">
                <a:solidFill>
                  <a:srgbClr val="F79506"/>
                </a:solidFill>
              </a:defRPr>
            </a:lvl1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pic>
        <p:nvPicPr>
          <p:cNvPr id="101" name="Logo" descr="R+V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489857" y="5052774"/>
            <a:ext cx="1959428" cy="131536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und Inhalt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89857" y="391885"/>
            <a:ext cx="11212286" cy="783771"/>
          </a:xfrm>
        </p:spPr>
        <p:txBody>
          <a:bodyPr anchor="t"/>
          <a:lstStyle>
            <a:lvl1pPr marL="0" indent="0" algn="l">
              <a:buNone/>
              <a:defRPr sz="3200" b="1">
                <a:solidFill>
                  <a:srgbClr val="001957"/>
                </a:solidFill>
              </a:defRPr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89857" y="1469571"/>
            <a:ext cx="11212286" cy="3918856"/>
          </a:xfrm>
        </p:spPr>
        <p:txBody>
          <a:bodyPr/>
          <a:lstStyle>
            <a:lvl1pPr marL="0" indent="0" algn="l">
              <a:buNone/>
              <a:defRPr sz="1800" b="0">
                <a:solidFill>
                  <a:srgbClr val="001957"/>
                </a:solidFill>
              </a:defRPr>
            </a:lvl1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pic>
        <p:nvPicPr>
          <p:cNvPr id="102" name="Logo" descr="R+V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526486" y="5774864"/>
            <a:ext cx="1175656" cy="789220"/>
          </a:xfrm>
          <a:prstGeom prst="rect">
            <a:avLst/>
          </a:prstGeom>
        </p:spPr>
      </p:pic>
      <p:sp>
        <p:nvSpPr>
          <p:cNvPr id="103" name="Akzent"/>
          <p:cNvSpPr/>
          <p:nvPr userDrawn="1"/>
        </p:nvSpPr>
        <p:spPr>
          <a:xfrm>
            <a:off x="0" y="0"/>
            <a:ext cx="171449" cy="6858000"/>
          </a:xfrm>
          <a:prstGeom prst="rect">
            <a:avLst/>
          </a:prstGeom>
          <a:solidFill>
            <a:srgbClr val="EB6504"/>
          </a:solidFill>
          <a:ln>
            <a:noFill/>
          </a:ln>
        </p:spPr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Kapitel">
    <p:bg>
      <p:bgPr>
        <a:solidFill>
          <a:srgbClr val="00195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89857" y="1469571"/>
            <a:ext cx="4898570" cy="1959428"/>
          </a:xfrm>
        </p:spPr>
        <p:txBody>
          <a:bodyPr anchor="b"/>
          <a:lstStyle>
            <a:lvl1pPr marL="0" indent="0" algn="l">
              <a:buNone/>
              <a:defRPr sz="4400" b="1">
                <a:solidFill>
                  <a:srgbClr val="FFFFFF"/>
                </a:solidFill>
              </a:defRPr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89857" y="3575956"/>
            <a:ext cx="4898570" cy="979714"/>
          </a:xfrm>
        </p:spPr>
        <p:txBody>
          <a:bodyPr anchor="b"/>
          <a:lstStyle>
            <a:lvl1pPr marL="0" indent="0" algn="l">
              <a:buNone/>
              <a:defRPr sz="2000" b="0">
                <a:solidFill>
                  <a:srgbClr val="F79506"/>
                </a:solidFill>
              </a:defRPr>
            </a:lvl1pPr>
          </a:lstStyle>
          <a:p>
            <a:pPr lvl="0"/>
            <a:r>
              <a:rPr lang="en-US" smtClean="0"/>
              <a:t>Click to edit Master text styles</a:t>
            </a:r>
          </a:p>
        </p:txBody>
      </p:sp>
      <p:pic>
        <p:nvPicPr>
          <p:cNvPr id="104" name="Logo" descr="R+V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489857" y="5052774"/>
            <a:ext cx="1959428" cy="131536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Zwei Inhalte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89857" y="391885"/>
            <a:ext cx="11212286" cy="783771"/>
          </a:xfrm>
        </p:spPr>
        <p:txBody>
          <a:bodyPr anchor="t"/>
          <a:lstStyle>
            <a:lvl1pPr marL="0" indent="0" algn="l">
              <a:buNone/>
              <a:defRPr sz="3200" b="1">
                <a:solidFill>
                  <a:srgbClr val="001957"/>
                </a:solidFill>
              </a:defRPr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89857" y="1469571"/>
            <a:ext cx="5361214" cy="3918856"/>
          </a:xfrm>
        </p:spPr>
        <p:txBody>
          <a:bodyPr/>
          <a:lstStyle>
            <a:lvl1pPr marL="0" indent="0" algn="l">
              <a:buNone/>
              <a:defRPr sz="1800" b="0">
                <a:solidFill>
                  <a:srgbClr val="001957"/>
                </a:solidFill>
              </a:defRPr>
            </a:lvl1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340928" y="1469571"/>
            <a:ext cx="5361214" cy="3918856"/>
          </a:xfrm>
        </p:spPr>
        <p:txBody>
          <a:bodyPr/>
          <a:lstStyle>
            <a:lvl1pPr marL="0" indent="0" algn="l">
              <a:buNone/>
              <a:defRPr sz="1800" b="0">
                <a:solidFill>
                  <a:srgbClr val="001957"/>
                </a:solidFill>
              </a:defRPr>
            </a:lvl1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pic>
        <p:nvPicPr>
          <p:cNvPr id="105" name="Logo" descr="R+V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526486" y="5774864"/>
            <a:ext cx="1175656" cy="789220"/>
          </a:xfrm>
          <a:prstGeom prst="rect">
            <a:avLst/>
          </a:prstGeom>
        </p:spPr>
      </p:pic>
      <p:sp>
        <p:nvSpPr>
          <p:cNvPr id="106" name="Akzent"/>
          <p:cNvSpPr/>
          <p:nvPr userDrawn="1"/>
        </p:nvSpPr>
        <p:spPr>
          <a:xfrm>
            <a:off x="0" y="0"/>
            <a:ext cx="171449" cy="6858000"/>
          </a:xfrm>
          <a:prstGeom prst="rect">
            <a:avLst/>
          </a:prstGeom>
          <a:solidFill>
            <a:srgbClr val="EB6504"/>
          </a:solidFill>
          <a:ln>
            <a:noFill/>
          </a:ln>
        </p:spPr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Nur Titel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89857" y="391885"/>
            <a:ext cx="11212286" cy="783771"/>
          </a:xfrm>
        </p:spPr>
        <p:txBody>
          <a:bodyPr anchor="t"/>
          <a:lstStyle>
            <a:lvl1pPr marL="0" indent="0" algn="l">
              <a:buNone/>
              <a:defRPr sz="3200" b="1">
                <a:solidFill>
                  <a:srgbClr val="001957"/>
                </a:solidFill>
              </a:defRPr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pic>
        <p:nvPicPr>
          <p:cNvPr id="107" name="Logo" descr="R+V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526486" y="5774864"/>
            <a:ext cx="1175656" cy="789220"/>
          </a:xfrm>
          <a:prstGeom prst="rect">
            <a:avLst/>
          </a:prstGeom>
        </p:spPr>
      </p:pic>
      <p:sp>
        <p:nvSpPr>
          <p:cNvPr id="108" name="Akzent"/>
          <p:cNvSpPr/>
          <p:nvPr userDrawn="1"/>
        </p:nvSpPr>
        <p:spPr>
          <a:xfrm>
            <a:off x="0" y="0"/>
            <a:ext cx="171449" cy="6858000"/>
          </a:xfrm>
          <a:prstGeom prst="rect">
            <a:avLst/>
          </a:prstGeom>
          <a:solidFill>
            <a:srgbClr val="EB6504"/>
          </a:solidFill>
          <a:ln>
            <a:noFill/>
          </a:ln>
        </p:spPr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eer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600" y="1600200"/>
            <a:ext cx="109728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600" y="6356350"/>
            <a:ext cx="284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600" y="6356350"/>
            <a:ext cx="3860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600" y="6356350"/>
            <a:ext cx="284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4" r:id="rId6"/>
    <p:sldLayoutId id="2147483655" r:id="rId7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theme/theme1.xml><?xml version="1.0" encoding="utf-8"?>
<a:theme xmlns:a="http://schemas.openxmlformats.org/drawingml/2006/main" name="Office Theme">
  <a:themeElements>
    <a:clrScheme name="R+V">
      <a:dk1>
        <a:srgbClr val="001957"/>
      </a:dk1>
      <a:lt1>
        <a:srgbClr val="FFFFFF"/>
      </a:lt1>
      <a:dk2>
        <a:srgbClr val="001957"/>
      </a:dk2>
      <a:lt2>
        <a:srgbClr val="FFF4E0"/>
      </a:lt2>
      <a:accent1>
        <a:srgbClr val="EB6504"/>
      </a:accent1>
      <a:accent2>
        <a:srgbClr val="109DA8"/>
      </a:accent2>
      <a:accent3>
        <a:srgbClr val="759A03"/>
      </a:accent3>
      <a:accent4>
        <a:srgbClr val="C47D47"/>
      </a:accent4>
      <a:accent5>
        <a:srgbClr val="155784"/>
      </a:accent5>
      <a:accent6>
        <a:srgbClr val="707070"/>
      </a:accent6>
      <a:hlink>
        <a:srgbClr val="109DA8"/>
      </a:hlink>
      <a:folHlink>
        <a:srgbClr val="A45F33"/>
      </a:folHlink>
    </a:clrScheme>
    <a:fontScheme name="R+V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