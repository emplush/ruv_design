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tartse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Dunkelblaue Fläche"/>
          <p:cNvSpPr/>
          <p:nvPr userDrawn="1"/>
        </p:nvSpPr>
        <p:spPr>
          <a:xfrm>
            <a:off x="0" y="0"/>
            <a:ext cx="6109417" cy="6858000"/>
          </a:xfrm>
          <a:prstGeom prst="rect">
            <a:avLst/>
          </a:prstGeom>
          <a:solidFill>
            <a:srgbClr val="001957"/>
          </a:solidFill>
          <a:ln>
            <a:noFill/>
          </a:ln>
        </p:spPr>
      </p:sp>
      <p:sp>
        <p:nvSpPr>
          <p:cNvPr id="102" name="Bild"/>
          <p:cNvSpPr>
            <a:spLocks noGrp="1"/>
          </p:cNvSpPr>
          <p:nvPr>
            <p:ph type="pic" idx="14"/>
          </p:nvPr>
        </p:nvSpPr>
        <p:spPr>
          <a:xfrm>
            <a:off x="6109417" y="0"/>
            <a:ext cx="6082582" cy="685800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rgbClr val="FFFFFF"/>
                </a:solidFill>
              </a:defRPr>
            </a:lvl1pPr>
          </a:lstStyle>
          <a:p>
            <a:r>
              <a:rPr lang="de-DE"/>
              <a:t>Bild zum Thema der Präsentation einfügen</a:t>
            </a:r>
          </a:p>
        </p:txBody>
      </p:sp>
      <p:pic>
        <p:nvPicPr>
          <p:cNvPr id="103" name="Logo" descr="R+V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69" y="69201"/>
            <a:ext cx="2876628" cy="1950256"/>
          </a:xfrm>
          <a:prstGeom prst="rect">
            <a:avLst/>
          </a:prstGeom>
        </p:spPr>
      </p:pic>
      <p:sp>
        <p:nvSpPr>
          <p:cNvPr id="104" name="Ort, Datum, Referentin oder Referent"/>
          <p:cNvSpPr>
            <a:spLocks noGrp="1"/>
          </p:cNvSpPr>
          <p:nvPr>
            <p:ph type="body" sz="quarter" idx="13"/>
          </p:nvPr>
        </p:nvSpPr>
        <p:spPr>
          <a:xfrm>
            <a:off x="527753" y="2503170"/>
            <a:ext cx="5170195" cy="274320"/>
          </a:xfrm>
        </p:spPr>
        <p:txBody>
          <a:bodyPr lIns="36000" tIns="0" rIns="36000" bIns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Ort, Datum, Referentin oder Referent</a:t>
            </a:r>
          </a:p>
        </p:txBody>
      </p:sp>
      <p:sp>
        <p:nvSpPr>
          <p:cNvPr id="105" name="Haupttitel"/>
          <p:cNvSpPr>
            <a:spLocks noGrp="1"/>
          </p:cNvSpPr>
          <p:nvPr>
            <p:ph type="ctrTitle"/>
          </p:nvPr>
        </p:nvSpPr>
        <p:spPr>
          <a:xfrm>
            <a:off x="527753" y="2815209"/>
            <a:ext cx="5170195" cy="932688"/>
          </a:xfrm>
        </p:spPr>
        <p:txBody>
          <a:bodyPr lIns="36000" tIns="0" rIns="3600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3600" b="1">
                <a:solidFill>
                  <a:srgbClr val="F79506"/>
                </a:solidFill>
              </a:defRPr>
            </a:lvl1pPr>
          </a:lstStyle>
          <a:p>
            <a:r>
              <a:rPr lang="de-DE"/>
              <a:t>Haupttitel</a:t>
            </a:r>
          </a:p>
        </p:txBody>
      </p:sp>
      <p:sp>
        <p:nvSpPr>
          <p:cNvPr id="106" name="Untertitel"/>
          <p:cNvSpPr>
            <a:spLocks noGrp="1"/>
          </p:cNvSpPr>
          <p:nvPr>
            <p:ph type="subTitle" idx="1"/>
          </p:nvPr>
        </p:nvSpPr>
        <p:spPr>
          <a:xfrm>
            <a:off x="527753" y="3819906"/>
            <a:ext cx="5170195" cy="918972"/>
          </a:xfrm>
        </p:spPr>
        <p:txBody>
          <a:bodyPr lIns="36000" tIns="0" rIns="3600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  <p:pic>
        <p:nvPicPr>
          <p:cNvPr id="107" name="Logo" descr="R+V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132" y="5443063"/>
            <a:ext cx="2630217" cy="137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Hauptheadline"/>
          <p:cNvSpPr>
            <a:spLocks noGrp="1"/>
          </p:cNvSpPr>
          <p:nvPr>
            <p:ph type="title"/>
          </p:nvPr>
        </p:nvSpPr>
        <p:spPr>
          <a:xfrm>
            <a:off x="512117" y="268239"/>
            <a:ext cx="11122841" cy="402359"/>
          </a:xfrm>
        </p:spPr>
        <p:txBody>
          <a:bodyPr lIns="36000" tIns="0" rIns="3600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rgbClr val="001957"/>
                </a:solidFill>
              </a:defRPr>
            </a:lvl1pPr>
          </a:lstStyle>
          <a:p>
            <a:r>
              <a:rPr lang="de-DE"/>
              <a:t>Hauptheadline</a:t>
            </a:r>
          </a:p>
        </p:txBody>
      </p:sp>
      <p:sp>
        <p:nvSpPr>
          <p:cNvPr id="109" name="Unterheadline"/>
          <p:cNvSpPr>
            <a:spLocks noGrp="1"/>
          </p:cNvSpPr>
          <p:nvPr>
            <p:ph type="body" sz="quarter" idx="13"/>
          </p:nvPr>
        </p:nvSpPr>
        <p:spPr>
          <a:xfrm>
            <a:off x="512117" y="679541"/>
            <a:ext cx="11122841" cy="330829"/>
          </a:xfrm>
        </p:spPr>
        <p:txBody>
          <a:bodyPr lIns="36000" tIns="0" rIns="3600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rgbClr val="EB6504"/>
                </a:solidFill>
              </a:defRPr>
            </a:lvl1pPr>
          </a:lstStyle>
          <a:p>
            <a:r>
              <a:rPr lang="de-DE"/>
              <a:t>Unterheadline</a:t>
            </a:r>
          </a:p>
        </p:txBody>
      </p:sp>
      <p:sp>
        <p:nvSpPr>
          <p:cNvPr id="110" name="Inhalt"/>
          <p:cNvSpPr>
            <a:spLocks noGrp="1"/>
          </p:cNvSpPr>
          <p:nvPr>
            <p:ph idx="1"/>
          </p:nvPr>
        </p:nvSpPr>
        <p:spPr>
          <a:xfrm>
            <a:off x="512117" y="1341199"/>
            <a:ext cx="11122841" cy="4738904"/>
          </a:xfrm>
        </p:spPr>
        <p:txBody>
          <a:bodyPr lIns="36000" tIns="0" rIns="3600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0">
                <a:solidFill>
                  <a:srgbClr val="001957"/>
                </a:solidFill>
              </a:defRPr>
            </a:lvl1pPr>
          </a:lstStyle>
          <a:p>
            <a:r>
              <a:rPr lang="de-DE"/>
              <a:t>Inhalt</a:t>
            </a:r>
          </a:p>
        </p:txBody>
      </p:sp>
      <p:sp>
        <p:nvSpPr>
          <p:cNvPr id="111" name="Foliennummer"/>
          <p:cNvSpPr txBox="1"/>
          <p:nvPr userDrawn="1"/>
        </p:nvSpPr>
        <p:spPr>
          <a:xfrm>
            <a:off x="521102" y="6209919"/>
            <a:ext cx="35938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fld id="{E4A256FE-9E3D-4635-8E49-99D65348C7CB}" type="slidenum">
              <a:rPr lang="de-DE" sz="1100" b="1">
                <a:solidFill>
                  <a:srgbClr val="001957"/>
                </a:solidFill>
              </a:rPr>
              <a:t>‹#›</a:t>
            </a:fld>
          </a:p>
        </p:txBody>
      </p:sp>
      <p:sp>
        <p:nvSpPr>
          <p:cNvPr id="112" name="Titel der Präsentation"/>
          <p:cNvSpPr txBox="1"/>
          <p:nvPr userDrawn="1"/>
        </p:nvSpPr>
        <p:spPr>
          <a:xfrm>
            <a:off x="997282" y="6209919"/>
            <a:ext cx="6289167" cy="36004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de-DE" sz="1100" b="1">
                <a:solidFill>
                  <a:srgbClr val="001957"/>
                </a:solidFill>
              </a:rPr>
              <a:t>Titel der Präsentation</a:t>
            </a:r>
          </a:p>
          <a:p>
            <a:fld id="{8FC7F01A-C734-4F5A-9F8D-B637C2F59292}" type="datetime1">
              <a:rPr lang="de-DE" sz="1100" b="0">
                <a:solidFill>
                  <a:srgbClr val="001957"/>
                </a:solidFill>
              </a:rPr>
              <a:t>01.01.2026</a:t>
            </a:fld>
          </a:p>
        </p:txBody>
      </p:sp>
      <p:pic>
        <p:nvPicPr>
          <p:cNvPr id="113" name="Logo" descr="R+V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0097" y="6080996"/>
            <a:ext cx="1040806" cy="69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Kapitel">
    <p:bg>
      <p:bgPr>
        <a:solidFill>
          <a:srgbClr val="0019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Logo" descr="R+V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69" y="69201"/>
            <a:ext cx="2876628" cy="1950256"/>
          </a:xfrm>
          <a:prstGeom prst="rect">
            <a:avLst/>
          </a:prstGeom>
        </p:spPr>
      </p:pic>
      <p:sp>
        <p:nvSpPr>
          <p:cNvPr id="115" name="Haupttitel"/>
          <p:cNvSpPr>
            <a:spLocks noGrp="1"/>
          </p:cNvSpPr>
          <p:nvPr>
            <p:ph type="title"/>
          </p:nvPr>
        </p:nvSpPr>
        <p:spPr>
          <a:xfrm>
            <a:off x="527753" y="2815209"/>
            <a:ext cx="8050476" cy="932688"/>
          </a:xfrm>
        </p:spPr>
        <p:txBody>
          <a:bodyPr lIns="36000" tIns="0" rIns="3600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3600" b="1">
                <a:solidFill>
                  <a:srgbClr val="F79506"/>
                </a:solidFill>
              </a:defRPr>
            </a:lvl1pPr>
          </a:lstStyle>
          <a:p>
            <a:r>
              <a:rPr lang="de-DE"/>
              <a:t>Kapitelüberschrift</a:t>
            </a:r>
          </a:p>
        </p:txBody>
      </p:sp>
      <p:sp>
        <p:nvSpPr>
          <p:cNvPr id="116" name="Untertitel"/>
          <p:cNvSpPr>
            <a:spLocks noGrp="1"/>
          </p:cNvSpPr>
          <p:nvPr>
            <p:ph type="body" sz="quarter" idx="13"/>
          </p:nvPr>
        </p:nvSpPr>
        <p:spPr>
          <a:xfrm>
            <a:off x="527753" y="3819906"/>
            <a:ext cx="8050476" cy="918972"/>
          </a:xfrm>
        </p:spPr>
        <p:txBody>
          <a:bodyPr lIns="36000" tIns="0" rIns="3600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Hauptheadline"/>
          <p:cNvSpPr>
            <a:spLocks noGrp="1"/>
          </p:cNvSpPr>
          <p:nvPr>
            <p:ph type="title"/>
          </p:nvPr>
        </p:nvSpPr>
        <p:spPr>
          <a:xfrm>
            <a:off x="512117" y="268239"/>
            <a:ext cx="11122841" cy="402359"/>
          </a:xfrm>
        </p:spPr>
        <p:txBody>
          <a:bodyPr lIns="36000" tIns="0" rIns="3600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rgbClr val="001957"/>
                </a:solidFill>
              </a:defRPr>
            </a:lvl1pPr>
          </a:lstStyle>
          <a:p>
            <a:r>
              <a:rPr lang="de-DE"/>
              <a:t>Hauptheadline</a:t>
            </a:r>
          </a:p>
        </p:txBody>
      </p:sp>
      <p:sp>
        <p:nvSpPr>
          <p:cNvPr id="118" name="Unterheadline"/>
          <p:cNvSpPr>
            <a:spLocks noGrp="1"/>
          </p:cNvSpPr>
          <p:nvPr>
            <p:ph type="body" sz="quarter" idx="13"/>
          </p:nvPr>
        </p:nvSpPr>
        <p:spPr>
          <a:xfrm>
            <a:off x="512117" y="679541"/>
            <a:ext cx="11122841" cy="330829"/>
          </a:xfrm>
        </p:spPr>
        <p:txBody>
          <a:bodyPr lIns="36000" tIns="0" rIns="3600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rgbClr val="EB6504"/>
                </a:solidFill>
              </a:defRPr>
            </a:lvl1pPr>
          </a:lstStyle>
          <a:p>
            <a:r>
              <a:rPr lang="de-DE"/>
              <a:t>Unterheadline</a:t>
            </a:r>
          </a:p>
        </p:txBody>
      </p:sp>
      <p:sp>
        <p:nvSpPr>
          <p:cNvPr id="119" name="Inhalt links"/>
          <p:cNvSpPr>
            <a:spLocks noGrp="1"/>
          </p:cNvSpPr>
          <p:nvPr>
            <p:ph idx="1"/>
          </p:nvPr>
        </p:nvSpPr>
        <p:spPr>
          <a:xfrm>
            <a:off x="512117" y="1341199"/>
            <a:ext cx="5453606" cy="4738904"/>
          </a:xfrm>
        </p:spPr>
        <p:txBody>
          <a:bodyPr lIns="36000" tIns="0" rIns="3600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0">
                <a:solidFill>
                  <a:srgbClr val="001957"/>
                </a:solidFill>
              </a:defRPr>
            </a:lvl1pPr>
          </a:lstStyle>
          <a:p>
            <a:r>
              <a:rPr lang="de-DE"/>
              <a:t>Inhalt</a:t>
            </a:r>
          </a:p>
        </p:txBody>
      </p:sp>
      <p:sp>
        <p:nvSpPr>
          <p:cNvPr id="120" name="Inhalt rechts"/>
          <p:cNvSpPr>
            <a:spLocks noGrp="1"/>
          </p:cNvSpPr>
          <p:nvPr>
            <p:ph idx="2"/>
          </p:nvPr>
        </p:nvSpPr>
        <p:spPr>
          <a:xfrm>
            <a:off x="6181352" y="1341199"/>
            <a:ext cx="5453606" cy="4738904"/>
          </a:xfrm>
        </p:spPr>
        <p:txBody>
          <a:bodyPr lIns="36000" tIns="0" rIns="3600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0">
                <a:solidFill>
                  <a:srgbClr val="001957"/>
                </a:solidFill>
              </a:defRPr>
            </a:lvl1pPr>
          </a:lstStyle>
          <a:p>
            <a:r>
              <a:rPr lang="de-DE"/>
              <a:t>Inhalt</a:t>
            </a:r>
          </a:p>
        </p:txBody>
      </p:sp>
      <p:sp>
        <p:nvSpPr>
          <p:cNvPr id="121" name="Foliennummer"/>
          <p:cNvSpPr txBox="1"/>
          <p:nvPr userDrawn="1"/>
        </p:nvSpPr>
        <p:spPr>
          <a:xfrm>
            <a:off x="521102" y="6209919"/>
            <a:ext cx="35938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fld id="{5D2820C3-5144-4AE0-8AF3-0F99C99385CF}" type="slidenum">
              <a:rPr lang="de-DE" sz="1100" b="1">
                <a:solidFill>
                  <a:srgbClr val="001957"/>
                </a:solidFill>
              </a:rPr>
              <a:t>‹#›</a:t>
            </a:fld>
          </a:p>
        </p:txBody>
      </p:sp>
      <p:sp>
        <p:nvSpPr>
          <p:cNvPr id="122" name="Titel der Präsentation"/>
          <p:cNvSpPr txBox="1"/>
          <p:nvPr userDrawn="1"/>
        </p:nvSpPr>
        <p:spPr>
          <a:xfrm>
            <a:off x="997282" y="6209919"/>
            <a:ext cx="6289167" cy="36004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de-DE" sz="1100" b="1">
                <a:solidFill>
                  <a:srgbClr val="001957"/>
                </a:solidFill>
              </a:rPr>
              <a:t>Titel der Präsentation</a:t>
            </a:r>
          </a:p>
          <a:p>
            <a:fld id="{0976834D-D4E0-499B-8EB4-642BFEC9D5C6}" type="datetime1">
              <a:rPr lang="de-DE" sz="1100" b="0">
                <a:solidFill>
                  <a:srgbClr val="001957"/>
                </a:solidFill>
              </a:rPr>
              <a:t>01.01.2026</a:t>
            </a:fld>
          </a:p>
        </p:txBody>
      </p:sp>
      <p:pic>
        <p:nvPicPr>
          <p:cNvPr id="123" name="Logo" descr="R+V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0097" y="6080996"/>
            <a:ext cx="1040806" cy="69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Hauptheadline"/>
          <p:cNvSpPr>
            <a:spLocks noGrp="1"/>
          </p:cNvSpPr>
          <p:nvPr>
            <p:ph type="title"/>
          </p:nvPr>
        </p:nvSpPr>
        <p:spPr>
          <a:xfrm>
            <a:off x="512117" y="268239"/>
            <a:ext cx="11122841" cy="402359"/>
          </a:xfrm>
        </p:spPr>
        <p:txBody>
          <a:bodyPr lIns="36000" tIns="0" rIns="36000" bIns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rgbClr val="001957"/>
                </a:solidFill>
              </a:defRPr>
            </a:lvl1pPr>
          </a:lstStyle>
          <a:p>
            <a:r>
              <a:rPr lang="de-DE"/>
              <a:t>Hauptheadline</a:t>
            </a:r>
          </a:p>
        </p:txBody>
      </p:sp>
      <p:sp>
        <p:nvSpPr>
          <p:cNvPr id="125" name="Unterheadline"/>
          <p:cNvSpPr>
            <a:spLocks noGrp="1"/>
          </p:cNvSpPr>
          <p:nvPr>
            <p:ph type="body" sz="quarter" idx="13"/>
          </p:nvPr>
        </p:nvSpPr>
        <p:spPr>
          <a:xfrm>
            <a:off x="512117" y="679541"/>
            <a:ext cx="11122841" cy="330829"/>
          </a:xfrm>
        </p:spPr>
        <p:txBody>
          <a:bodyPr lIns="36000" tIns="0" rIns="3600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rgbClr val="EB6504"/>
                </a:solidFill>
              </a:defRPr>
            </a:lvl1pPr>
          </a:lstStyle>
          <a:p>
            <a:r>
              <a:rPr lang="de-DE"/>
              <a:t>Unterheadline</a:t>
            </a:r>
          </a:p>
        </p:txBody>
      </p:sp>
      <p:sp>
        <p:nvSpPr>
          <p:cNvPr id="126" name="Foliennummer"/>
          <p:cNvSpPr txBox="1"/>
          <p:nvPr userDrawn="1"/>
        </p:nvSpPr>
        <p:spPr>
          <a:xfrm>
            <a:off x="521102" y="6209919"/>
            <a:ext cx="35938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fld id="{1058FBCA-CDA7-4187-A29C-1F961DA6DAF4}" type="slidenum">
              <a:rPr lang="de-DE" sz="1100" b="1">
                <a:solidFill>
                  <a:srgbClr val="001957"/>
                </a:solidFill>
              </a:rPr>
              <a:t>‹#›</a:t>
            </a:fld>
          </a:p>
        </p:txBody>
      </p:sp>
      <p:sp>
        <p:nvSpPr>
          <p:cNvPr id="127" name="Titel der Präsentation"/>
          <p:cNvSpPr txBox="1"/>
          <p:nvPr userDrawn="1"/>
        </p:nvSpPr>
        <p:spPr>
          <a:xfrm>
            <a:off x="997282" y="6209919"/>
            <a:ext cx="6289167" cy="36004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de-DE" sz="1100" b="1">
                <a:solidFill>
                  <a:srgbClr val="001957"/>
                </a:solidFill>
              </a:rPr>
              <a:t>Titel der Präsentation</a:t>
            </a:r>
          </a:p>
          <a:p>
            <a:fld id="{A0644FF7-94C9-479E-9834-A3EFB9532505}" type="datetime1">
              <a:rPr lang="de-DE" sz="1100" b="0">
                <a:solidFill>
                  <a:srgbClr val="001957"/>
                </a:solidFill>
              </a:rPr>
              <a:t>01.01.2026</a:t>
            </a:fld>
          </a:p>
        </p:txBody>
      </p:sp>
      <p:pic>
        <p:nvPicPr>
          <p:cNvPr id="128" name="Logo" descr="R+V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0097" y="6080996"/>
            <a:ext cx="1040806" cy="69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R+V">
      <a:dk1>
        <a:srgbClr val="001957"/>
      </a:dk1>
      <a:lt1>
        <a:srgbClr val="FFFFFF"/>
      </a:lt1>
      <a:dk2>
        <a:srgbClr val="001957"/>
      </a:dk2>
      <a:lt2>
        <a:srgbClr val="FFF4E0"/>
      </a:lt2>
      <a:accent1>
        <a:srgbClr val="EB6504"/>
      </a:accent1>
      <a:accent2>
        <a:srgbClr val="109DA8"/>
      </a:accent2>
      <a:accent3>
        <a:srgbClr val="759A03"/>
      </a:accent3>
      <a:accent4>
        <a:srgbClr val="C47D47"/>
      </a:accent4>
      <a:accent5>
        <a:srgbClr val="155784"/>
      </a:accent5>
      <a:accent6>
        <a:srgbClr val="707070"/>
      </a:accent6>
      <a:hlink>
        <a:srgbClr val="109DA8"/>
      </a:hlink>
      <a:folHlink>
        <a:srgbClr val="A45F33"/>
      </a:folHlink>
    </a:clrScheme>
    <a:fontScheme name="R+V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